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SmartShop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Sistema Inteligente de Recomendação de Produtos</a:t>
            </a:r>
          </a:p>
          <a:p>
            <a:pPr>
              <a:defRPr sz="2200"/>
            </a:pPr>
            <a:r>
              <a:t>AP1 – Slides preliminares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Lojas virtuais podem mostrar os mesmos produtos para todos os clientes.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O SmartShop AI busca analisar o histórico de compras para sugerir produtos mais relevantes.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Dataset: Online Retail</a:t>
            </a:r>
          </a:p>
          <a:p>
            <a:pPr>
              <a:defRPr sz="2200"/>
            </a:pPr>
            <a:r>
              <a:t>Fonte: UCI Machine Learning Repository</a:t>
            </a:r>
          </a:p>
          <a:p>
            <a:pPr>
              <a:defRPr sz="2200"/>
            </a:pPr>
            <a:r>
              <a:t>541.909 registros e 8 colunas</a:t>
            </a:r>
          </a:p>
          <a:p>
            <a:pPr>
              <a:defRPr sz="2200"/>
            </a:pPr>
            <a:r>
              <a:t>Período: 01/12/2010 a 09/12/2011</a:t>
            </a:r>
          </a:p>
          <a:p>
            <a:pPr>
              <a:defRPr sz="2200"/>
            </a:pPr>
            <a:r>
              <a:t>Licença: CC BY 4.0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Diagnóstico inicial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135.080 CustomerID ausentes</a:t>
            </a:r>
          </a:p>
          <a:p>
            <a:pPr>
              <a:defRPr sz="2200"/>
            </a:pPr>
            <a:r>
              <a:t>• 1.454 Description ausentes</a:t>
            </a:r>
          </a:p>
          <a:p>
            <a:pPr>
              <a:defRPr sz="2200"/>
            </a:pPr>
            <a:r>
              <a:t>• 5.268 linhas duplicadas</a:t>
            </a:r>
          </a:p>
          <a:p>
            <a:pPr>
              <a:defRPr sz="2200"/>
            </a:pPr>
            <a:r>
              <a:t>• Quantidades &lt;= 0: 10.624 registros</a:t>
            </a:r>
          </a:p>
          <a:p>
            <a:pPr>
              <a:defRPr sz="2200"/>
            </a:pPr>
            <a:r>
              <a:t>• UnitPrice &lt;= 0: 2.517 registros</a:t>
            </a:r>
          </a:p>
          <a:p>
            <a:pPr>
              <a:defRPr sz="2200"/>
            </a:pPr>
            <a:r>
              <a:t>• Faturas iniciadas por C indicam cancelamentos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problemas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Os dados ainda precisam de tratamento antes do modelo.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Os maiores pontos de atenção são a identificação dos clientes, duplicidades, cancelamentos e valores não positivos.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Possíveis vieses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base é de uma empresa específica e possui forte concentração de registros do Reino Unido.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Clientes sem CustomerID também podem ser menos representados no sistema de recomendação.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Tratar os problemas identificados</a:t>
            </a:r>
          </a:p>
          <a:p>
            <a:pPr>
              <a:defRPr sz="2200"/>
            </a:pPr>
            <a:r>
              <a:t>• Preparar os dados</a:t>
            </a:r>
          </a:p>
          <a:p>
            <a:pPr>
              <a:defRPr sz="2200"/>
            </a:pPr>
            <a:r>
              <a:t>• Explorar padrões de compra</a:t>
            </a:r>
          </a:p>
          <a:p>
            <a:pPr>
              <a:defRPr sz="2200"/>
            </a:pPr>
            <a:r>
              <a:t>• Desenvolver o sistema de recomendação</a:t>
            </a:r>
          </a:p>
          <a:p>
            <a:pPr>
              <a:defRPr sz="2200"/>
            </a:pPr>
            <a:r>
              <a:t>• Avaliar a qualidade das recomendações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